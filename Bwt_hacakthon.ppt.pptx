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286000" cy="2286000"/>
          </a:xfrm>
          <a:prstGeom prst="ellipse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417320" cy="1417320"/>
          </a:xfrm>
          <a:prstGeom prst="ellipse">
            <a:avLst/>
          </a:prstGeom>
          <a:solidFill>
            <a:srgbClr val="BB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3657600"/>
            <a:ext cx="914400" cy="914400"/>
          </a:xfrm>
          <a:prstGeom prst="ellipse">
            <a:avLst/>
          </a:prstGeom>
          <a:solidFill>
            <a:srgbClr val="E7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4389120"/>
            <a:ext cx="594360" cy="594360"/>
          </a:xfrm>
          <a:prstGeom prst="ellipse">
            <a:avLst/>
          </a:prstGeom>
          <a:solidFill>
            <a:srgbClr val="E6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54864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700" b="1">
                <a:solidFill>
                  <a:srgbClr val="BBDC97"/>
                </a:solidFill>
                <a:latin typeface="Aptos"/>
              </a:defRPr>
            </a:pPr>
            <a:r>
              <a:t>FOODBRIDGE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373566"/>
            <a:ext cx="6858000" cy="1600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Good food deserves</a:t>
            </a:r>
            <a:br/>
            <a:r>
              <a:t>a second chance.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64922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0">
                <a:solidFill>
                  <a:srgbClr val="E0EBE2"/>
                </a:solidFill>
                <a:latin typeface="Aptos"/>
              </a:defRPr>
            </a:pPr>
            <a:r>
              <a:t>A MERN-stack marketplace connecting food donors with NGOs to reduce food waste and support communities.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92E3C3-F765-E62A-B969-3AFA11F8F9E7}"/>
              </a:ext>
            </a:extLst>
          </p:cNvPr>
          <p:cNvSpPr txBox="1"/>
          <p:nvPr/>
        </p:nvSpPr>
        <p:spPr>
          <a:xfrm>
            <a:off x="472440" y="45720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K PRANITHA(25MVCSMR0132)</a:t>
            </a:r>
          </a:p>
          <a:p>
            <a:r>
              <a:rPr lang="en-US" dirty="0">
                <a:solidFill>
                  <a:schemeClr val="bg1"/>
                </a:solidFill>
              </a:rPr>
              <a:t>CH MONISHA GUPTA(25MVCSMR0110)</a:t>
            </a:r>
          </a:p>
          <a:p>
            <a:r>
              <a:rPr lang="en-US" dirty="0">
                <a:solidFill>
                  <a:schemeClr val="bg1"/>
                </a:solidFill>
              </a:rPr>
              <a:t>A DURGABHAVANI(25MVCSMR0094)</a:t>
            </a:r>
          </a:p>
          <a:p>
            <a:r>
              <a:rPr lang="en-US" dirty="0">
                <a:solidFill>
                  <a:schemeClr val="bg1"/>
                </a:solidFill>
              </a:rPr>
              <a:t>K NITEESHA(25MVCSMR0130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307D55"/>
                </a:solidFill>
                <a:latin typeface="Aptos"/>
              </a:defRPr>
            </a:pPr>
            <a:r>
              <a:t>02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900" b="1">
                <a:solidFill>
                  <a:srgbClr val="193E30"/>
                </a:solidFill>
                <a:latin typeface="Aptos"/>
              </a:defRPr>
            </a:pPr>
            <a:r>
              <a:t>The problem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0">
                <a:solidFill>
                  <a:srgbClr val="5D6D63"/>
                </a:solidFill>
                <a:latin typeface="Aptos"/>
              </a:defRPr>
            </a:pPr>
            <a:r>
              <a:t>FoodBridge makes surplus-food donation easier, faster, and more accountable.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64008" cy="2112263"/>
          </a:xfrm>
          <a:prstGeom prst="rect">
            <a:avLst/>
          </a:prstGeom>
          <a:solidFill>
            <a:srgbClr val="E7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304495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32888"/>
            <a:ext cx="3044952" cy="16184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• Edible food is often wasted</a:t>
            </a:r>
            <a:br/>
            <a:r>
              <a:t>• NGOs may not know where surplus food is available</a:t>
            </a:r>
            <a:br/>
            <a:r>
              <a:t>• Pickup timing and quantity are hard to coordinate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29000" cy="2331720"/>
          </a:xfrm>
          <a:prstGeom prst="roundRect">
            <a:avLst/>
          </a:prstGeom>
          <a:solidFill>
            <a:srgbClr val="E6F0E0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075688"/>
            <a:ext cx="64008" cy="2112263"/>
          </a:xfrm>
          <a:prstGeom prst="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130552"/>
            <a:ext cx="304495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32888"/>
            <a:ext cx="3044952" cy="16184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• Donors publish available food</a:t>
            </a:r>
            <a:br/>
            <a:r>
              <a:t>• NGOs discover and request suitable donations</a:t>
            </a:r>
            <a:br/>
            <a:r>
              <a:t>• Status and pickup details are tracked in one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075688"/>
            <a:ext cx="64008" cy="2112263"/>
          </a:xfrm>
          <a:prstGeom prst="rect">
            <a:avLst/>
          </a:prstGeom>
          <a:solidFill>
            <a:srgbClr val="19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2130552"/>
            <a:ext cx="304495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32888"/>
            <a:ext cx="3044952" cy="161848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• Reduce avoidable food waste</a:t>
            </a:r>
            <a:br/>
            <a:r>
              <a:t>• Improve coordination and trust</a:t>
            </a:r>
            <a:br/>
            <a:r>
              <a:t>• Help more food reach people who need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4241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100" b="1">
                <a:solidFill>
                  <a:srgbClr val="193E30"/>
                </a:solidFill>
                <a:latin typeface="Aptos"/>
              </a:defRPr>
            </a:pPr>
            <a:r>
              <a:t>Core idea: turn surplus food into a coordinated community resource.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00" b="1">
                <a:solidFill>
                  <a:srgbClr val="5D6D63"/>
                </a:solidFill>
                <a:latin typeface="Aptos"/>
              </a:defRPr>
            </a:pPr>
            <a:r>
              <a:t>FOODBRIDGE  •  FOOD DONATION 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900" b="1">
                <a:solidFill>
                  <a:srgbClr val="307D5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307D55"/>
                </a:solidFill>
                <a:latin typeface="Aptos"/>
              </a:defRPr>
            </a:pPr>
            <a:r>
              <a:t>03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900" b="1">
                <a:solidFill>
                  <a:srgbClr val="193E30"/>
                </a:solidFill>
                <a:latin typeface="Aptos"/>
              </a:defRPr>
            </a:pPr>
            <a:r>
              <a:t>How FoodBridge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0">
                <a:solidFill>
                  <a:srgbClr val="5D6D63"/>
                </a:solidFill>
                <a:latin typeface="Aptos"/>
              </a:defRPr>
            </a:pPr>
            <a:r>
              <a:t>A simple journey from listing a donation to confirming collection.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658368" cy="658368"/>
          </a:xfrm>
          <a:prstGeom prst="ellipse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947672"/>
            <a:ext cx="6583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600" b="1">
                <a:solidFill>
                  <a:srgbClr val="193E30"/>
                </a:solidFill>
                <a:latin typeface="Aptos"/>
              </a:defRPr>
            </a:pPr>
            <a:r>
              <a:t>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4028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250" b="0">
                <a:solidFill>
                  <a:srgbClr val="26332C"/>
                </a:solidFill>
                <a:latin typeface="Aptos"/>
              </a:defRPr>
            </a:pPr>
            <a:r>
              <a:t>Donor adds food name, quantity, preparation details, location, and pickup deadline.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38528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3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828800"/>
            <a:ext cx="658368" cy="658368"/>
          </a:xfrm>
          <a:prstGeom prst="ellipse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947672"/>
            <a:ext cx="6583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974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600" b="1">
                <a:solidFill>
                  <a:srgbClr val="193E30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24028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250" b="0">
                <a:solidFill>
                  <a:srgbClr val="26332C"/>
                </a:solidFill>
                <a:latin typeface="Aptos"/>
              </a:defRPr>
            </a:pPr>
            <a:r>
              <a:t>NGO browses available donations and checks distance, urgency, and food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938528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3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223759" y="1828800"/>
            <a:ext cx="658368" cy="658368"/>
          </a:xfrm>
          <a:prstGeom prst="ellipse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59" y="1947672"/>
            <a:ext cx="6583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600" b="1">
                <a:solidFill>
                  <a:srgbClr val="193E30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24028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250" b="0">
                <a:solidFill>
                  <a:srgbClr val="26332C"/>
                </a:solidFill>
                <a:latin typeface="Aptos"/>
              </a:defRPr>
            </a:pPr>
            <a:r>
              <a:t>NGO requests the needed quantity; the donor accepts or declines.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938528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3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19" y="1828800"/>
            <a:ext cx="658368" cy="658368"/>
          </a:xfrm>
          <a:prstGeom prst="ellipse">
            <a:avLst/>
          </a:prstGeom>
          <a:solidFill>
            <a:srgbClr val="19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04119" y="1947672"/>
            <a:ext cx="6583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6974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600" b="1">
                <a:solidFill>
                  <a:srgbClr val="193E30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54680"/>
            <a:ext cx="224028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250" b="0">
                <a:solidFill>
                  <a:srgbClr val="26332C"/>
                </a:solidFill>
                <a:latin typeface="Aptos"/>
              </a:defRPr>
            </a:pPr>
            <a:r>
              <a:t>Pickup is recorded with a secure, single-use QR verification 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700" b="1">
                <a:solidFill>
                  <a:srgbClr val="307D55"/>
                </a:solidFill>
                <a:latin typeface="Aptos"/>
              </a:defRPr>
            </a:pPr>
            <a:r>
              <a:t>Roles: Donor  •  NGO/Receiver  •  Administrator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00" b="1">
                <a:solidFill>
                  <a:srgbClr val="5D6D63"/>
                </a:solidFill>
                <a:latin typeface="Aptos"/>
              </a:defRPr>
            </a:pPr>
            <a:r>
              <a:t>FOODBRIDGE  •  FOOD DONATION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900" b="1">
                <a:solidFill>
                  <a:srgbClr val="307D5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307D55"/>
                </a:solidFill>
                <a:latin typeface="Aptos"/>
              </a:defRPr>
            </a:pPr>
            <a:r>
              <a:t>04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900" b="1">
                <a:solidFill>
                  <a:srgbClr val="193E30"/>
                </a:solidFill>
                <a:latin typeface="Aptos"/>
              </a:defRPr>
            </a:pPr>
            <a:r>
              <a:t>Core &amp;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0">
                <a:solidFill>
                  <a:srgbClr val="5D6D63"/>
                </a:solidFill>
                <a:latin typeface="Aptos"/>
              </a:defRPr>
            </a:pPr>
            <a:r>
              <a:t>Designed for practical donation management, not just a static website.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64008" cy="1106424"/>
          </a:xfrm>
          <a:prstGeom prst="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993392"/>
            <a:ext cx="482803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Food listing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395728"/>
            <a:ext cx="4828032" cy="612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Create, view, edit, and remove listings with quantity and pickup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938528"/>
            <a:ext cx="64008" cy="1106424"/>
          </a:xfrm>
          <a:prstGeom prst="rect">
            <a:avLst/>
          </a:prstGeom>
          <a:solidFill>
            <a:srgbClr val="E7B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993392"/>
            <a:ext cx="482803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Request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395728"/>
            <a:ext cx="4828032" cy="612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Track requested, accepted, rejected, and completed donation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584448"/>
            <a:ext cx="64008" cy="1106424"/>
          </a:xfrm>
          <a:prstGeom prst="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3639312"/>
            <a:ext cx="482803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Smart urgency &amp;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041648"/>
            <a:ext cx="4828032" cy="612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Highlight approaching pickup deadlines and help NGOs find nearby suitable food.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584448"/>
            <a:ext cx="64008" cy="1106424"/>
          </a:xfrm>
          <a:prstGeom prst="rect">
            <a:avLst/>
          </a:prstGeom>
          <a:solidFill>
            <a:srgbClr val="19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3639312"/>
            <a:ext cx="482803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193E30"/>
                </a:solidFill>
                <a:latin typeface="Aptos"/>
              </a:defRPr>
            </a:pPr>
            <a:r>
              <a:t>Verified organizations &amp; QR pickup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041648"/>
            <a:ext cx="4828032" cy="612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50" b="0">
                <a:solidFill>
                  <a:srgbClr val="26332C"/>
                </a:solidFill>
                <a:latin typeface="Aptos"/>
              </a:defRPr>
            </a:pPr>
            <a:r>
              <a:t>Admin-reviewed profiles and one-time pickup confirmation help reduce misuse.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4924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400" b="1">
                <a:solidFill>
                  <a:srgbClr val="193E30"/>
                </a:solidFill>
                <a:latin typeface="Aptos"/>
              </a:defRPr>
            </a:pPr>
            <a:r>
              <a:t>Food safety details: preparation time, pickup deadline, storage instructions, and declared allergens.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00" b="1">
                <a:solidFill>
                  <a:srgbClr val="5D6D63"/>
                </a:solidFill>
                <a:latin typeface="Aptos"/>
              </a:defRPr>
            </a:pPr>
            <a:r>
              <a:t>FOODBRIDGE  •  FOOD DONATION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900" b="1">
                <a:solidFill>
                  <a:srgbClr val="307D5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307D55"/>
                </a:solidFill>
                <a:latin typeface="Aptos"/>
              </a:defRPr>
            </a:pPr>
            <a:r>
              <a:t>05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900" b="1">
                <a:solidFill>
                  <a:srgbClr val="193E30"/>
                </a:solidFill>
                <a:latin typeface="Aptos"/>
              </a:defRPr>
            </a:pPr>
            <a: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0">
                <a:solidFill>
                  <a:srgbClr val="5D6D63"/>
                </a:solidFill>
                <a:latin typeface="Aptos"/>
              </a:defRPr>
            </a:pPr>
            <a:r>
              <a:t>Security must be enforced by the backend—not only hidden in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4023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32C"/>
                </a:solidFill>
                <a:latin typeface="Aptos"/>
              </a:defRPr>
            </a:pPr>
            <a:r>
              <a:rPr sz="1600" b="1">
                <a:solidFill>
                  <a:srgbClr val="307D55"/>
                </a:solidFill>
              </a:rPr>
              <a:t>Authentication</a:t>
            </a:r>
            <a:r>
              <a:rPr sz="1600">
                <a:solidFill>
                  <a:srgbClr val="26332C"/>
                </a:solidFill>
              </a:rPr>
              <a:t>Hash passwords; use secure sessions or short-lived tokens.</a:t>
            </a:r>
          </a:p>
          <a:p>
            <a:pPr>
              <a:spcAft>
                <a:spcPts val="1200"/>
              </a:spcAft>
              <a:defRPr sz="1600">
                <a:solidFill>
                  <a:srgbClr val="26332C"/>
                </a:solidFill>
                <a:latin typeface="Aptos"/>
              </a:defRPr>
            </a:pPr>
            <a:r>
              <a:rPr sz="1600" b="1">
                <a:solidFill>
                  <a:srgbClr val="307D55"/>
                </a:solidFill>
              </a:rPr>
              <a:t>Role &amp; ownership checks</a:t>
            </a:r>
            <a:r>
              <a:rPr sz="1600">
                <a:solidFill>
                  <a:srgbClr val="26332C"/>
                </a:solidFill>
              </a:rPr>
              <a:t>Donors manage their own listings; NGOs manage their own requests; admins have controlled privileges.</a:t>
            </a:r>
          </a:p>
          <a:p>
            <a:pPr>
              <a:spcAft>
                <a:spcPts val="1200"/>
              </a:spcAft>
              <a:defRPr sz="1600">
                <a:solidFill>
                  <a:srgbClr val="26332C"/>
                </a:solidFill>
                <a:latin typeface="Aptos"/>
              </a:defRPr>
            </a:pPr>
            <a:r>
              <a:rPr sz="1600" b="1">
                <a:solidFill>
                  <a:srgbClr val="307D55"/>
                </a:solidFill>
              </a:rPr>
              <a:t>API protection</a:t>
            </a:r>
            <a:r>
              <a:rPr sz="1600">
                <a:solidFill>
                  <a:srgbClr val="26332C"/>
                </a:solidFill>
              </a:rPr>
              <a:t>Validate inputs, limit repeated requests, set secure headers, and handle errors safely.</a:t>
            </a:r>
          </a:p>
          <a:p>
            <a:pPr>
              <a:spcAft>
                <a:spcPts val="1200"/>
              </a:spcAft>
              <a:defRPr sz="1600">
                <a:solidFill>
                  <a:srgbClr val="26332C"/>
                </a:solidFill>
                <a:latin typeface="Aptos"/>
              </a:defRPr>
            </a:pPr>
            <a:r>
              <a:rPr sz="1600" b="1">
                <a:solidFill>
                  <a:srgbClr val="307D55"/>
                </a:solidFill>
              </a:rPr>
              <a:t>QR anti-fraud</a:t>
            </a:r>
            <a:r>
              <a:rPr sz="1600">
                <a:solidFill>
                  <a:srgbClr val="26332C"/>
                </a:solidFill>
              </a:rPr>
              <a:t>Use random, expiring, single-use pickup tokens and verify them on the server.</a:t>
            </a:r>
          </a:p>
          <a:p>
            <a:pPr>
              <a:spcAft>
                <a:spcPts val="1200"/>
              </a:spcAft>
              <a:defRPr sz="1600">
                <a:solidFill>
                  <a:srgbClr val="26332C"/>
                </a:solidFill>
                <a:latin typeface="Aptos"/>
              </a:defRPr>
            </a:pPr>
            <a:r>
              <a:rPr sz="1600" b="1">
                <a:solidFill>
                  <a:srgbClr val="307D55"/>
                </a:solidFill>
              </a:rPr>
              <a:t>Privacy &amp; audit</a:t>
            </a:r>
            <a:r>
              <a:rPr sz="1600">
                <a:solidFill>
                  <a:srgbClr val="26332C"/>
                </a:solidFill>
              </a:rPr>
              <a:t>Limit exposure of pickup/contact details and log important status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307D55"/>
                </a:solidFill>
                <a:latin typeface="Aptos"/>
              </a:defRPr>
            </a:pPr>
            <a:r>
              <a:t>Never store passwords or secret keys in plain text or commit .env files to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00" b="1">
                <a:solidFill>
                  <a:srgbClr val="5D6D63"/>
                </a:solidFill>
                <a:latin typeface="Aptos"/>
              </a:defRPr>
            </a:pPr>
            <a:r>
              <a:t>FOODBRIDGE  •  FOOD DONATION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900" b="1">
                <a:solidFill>
                  <a:srgbClr val="307D5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307D55"/>
                </a:solidFill>
                <a:latin typeface="Aptos"/>
              </a:defRPr>
            </a:pPr>
            <a:r>
              <a:t>06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900" b="1">
                <a:solidFill>
                  <a:srgbClr val="193E30"/>
                </a:solidFill>
                <a:latin typeface="Aptos"/>
              </a:defRPr>
            </a:pPr>
            <a:r>
              <a:t>Technology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0">
                <a:solidFill>
                  <a:srgbClr val="5D6D63"/>
                </a:solidFill>
                <a:latin typeface="Aptos"/>
              </a:defRPr>
            </a:pPr>
            <a:r>
              <a:t>MERN stack separates the user interface, server logic, and stored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57400" cy="1417320"/>
          </a:xfrm>
          <a:prstGeom prst="roundRect">
            <a:avLst/>
          </a:prstGeom>
          <a:solidFill>
            <a:srgbClr val="E6F0E0"/>
          </a:solidFill>
          <a:ln w="16510">
            <a:solidFill>
              <a:srgbClr val="30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187451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193E30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80360"/>
            <a:ext cx="1837943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50" b="0">
                <a:solidFill>
                  <a:srgbClr val="26332C"/>
                </a:solidFill>
                <a:latin typeface="Aptos"/>
              </a:defRPr>
            </a:pPr>
            <a:r>
              <a:t>Pages, forms,</a:t>
            </a:r>
            <a:br/>
            <a:r>
              <a:t>dashboards,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240280"/>
            <a:ext cx="2331720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2487168"/>
            <a:ext cx="21488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193E30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880360"/>
            <a:ext cx="2112263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50" b="0">
                <a:solidFill>
                  <a:srgbClr val="26332C"/>
                </a:solidFill>
                <a:latin typeface="Aptos"/>
              </a:defRPr>
            </a:pPr>
            <a:r>
              <a:t>REST APIs,</a:t>
            </a:r>
            <a:br/>
            <a:r>
              <a:t>authentication,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240280"/>
            <a:ext cx="2011680" cy="1417320"/>
          </a:xfrm>
          <a:prstGeom prst="roundRect">
            <a:avLst/>
          </a:prstGeom>
          <a:solidFill>
            <a:srgbClr val="E6F0E0"/>
          </a:solidFill>
          <a:ln w="16510">
            <a:solidFill>
              <a:srgbClr val="30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487168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193E30"/>
                </a:solidFill>
                <a:latin typeface="Aptos"/>
              </a:defRPr>
            </a:pPr>
            <a:r>
              <a:t>MONGOOSE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880360"/>
            <a:ext cx="1792224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50" b="0">
                <a:solidFill>
                  <a:srgbClr val="26332C"/>
                </a:solidFill>
                <a:latin typeface="Aptos"/>
              </a:defRPr>
            </a:pPr>
            <a:r>
              <a:t>Schemas, validation,</a:t>
            </a:r>
            <a:br/>
            <a:r>
              <a:t>database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240280"/>
            <a:ext cx="2240280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2487168"/>
            <a:ext cx="2057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193E30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880360"/>
            <a:ext cx="2020824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50" b="0">
                <a:solidFill>
                  <a:srgbClr val="26332C"/>
                </a:solidFill>
                <a:latin typeface="Aptos"/>
              </a:defRPr>
            </a:pPr>
            <a:r>
              <a:t>Users, food listings,</a:t>
            </a:r>
            <a:br/>
            <a:r>
              <a:t>requests, audit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72491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2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72491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2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2491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200" b="1">
                <a:solidFill>
                  <a:srgbClr val="E7B35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700" b="1">
                <a:solidFill>
                  <a:srgbClr val="193E30"/>
                </a:solidFill>
                <a:latin typeface="Aptos"/>
              </a:defRPr>
            </a:pPr>
            <a:r>
              <a:t>Example REST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424160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6332C"/>
                </a:solidFill>
                <a:latin typeface="Aptos"/>
              </a:defRPr>
            </a:pPr>
            <a:r>
              <a:rPr sz="1250" b="1">
                <a:solidFill>
                  <a:srgbClr val="307D55"/>
                </a:solidFill>
              </a:rPr>
              <a:t>GET /api/foods  </a:t>
            </a:r>
            <a:r>
              <a:rPr sz="1250">
                <a:solidFill>
                  <a:srgbClr val="26332C"/>
                </a:solidFill>
              </a:rPr>
              <a:t>Browse active donations</a:t>
            </a:r>
          </a:p>
          <a:p>
            <a:pPr>
              <a:spcAft>
                <a:spcPts val="400"/>
              </a:spcAft>
              <a:defRPr sz="1250">
                <a:solidFill>
                  <a:srgbClr val="26332C"/>
                </a:solidFill>
                <a:latin typeface="Aptos"/>
              </a:defRPr>
            </a:pPr>
            <a:r>
              <a:rPr sz="1250" b="1">
                <a:solidFill>
                  <a:srgbClr val="307D55"/>
                </a:solidFill>
              </a:rPr>
              <a:t>POST /api/foods  </a:t>
            </a:r>
            <a:r>
              <a:rPr sz="1250">
                <a:solidFill>
                  <a:srgbClr val="26332C"/>
                </a:solidFill>
              </a:rPr>
              <a:t>Create a listing (authorized donor)</a:t>
            </a:r>
          </a:p>
          <a:p>
            <a:pPr>
              <a:spcAft>
                <a:spcPts val="400"/>
              </a:spcAft>
              <a:defRPr sz="1250">
                <a:solidFill>
                  <a:srgbClr val="26332C"/>
                </a:solidFill>
                <a:latin typeface="Aptos"/>
              </a:defRPr>
            </a:pPr>
            <a:r>
              <a:rPr sz="1250" b="1">
                <a:solidFill>
                  <a:srgbClr val="307D55"/>
                </a:solidFill>
              </a:rPr>
              <a:t>POST /api/requests  </a:t>
            </a:r>
            <a:r>
              <a:rPr sz="1250">
                <a:solidFill>
                  <a:srgbClr val="26332C"/>
                </a:solidFill>
              </a:rPr>
              <a:t>Request a donation (authorized NGO)</a:t>
            </a:r>
          </a:p>
          <a:p>
            <a:pPr>
              <a:spcAft>
                <a:spcPts val="400"/>
              </a:spcAft>
              <a:defRPr sz="1250">
                <a:solidFill>
                  <a:srgbClr val="26332C"/>
                </a:solidFill>
                <a:latin typeface="Aptos"/>
              </a:defRPr>
            </a:pPr>
            <a:r>
              <a:rPr sz="1250" b="1">
                <a:solidFill>
                  <a:srgbClr val="307D55"/>
                </a:solidFill>
              </a:rPr>
              <a:t>PATCH /api/requests/:id/status  </a:t>
            </a:r>
            <a:r>
              <a:rPr sz="1250">
                <a:solidFill>
                  <a:srgbClr val="26332C"/>
                </a:solidFill>
              </a:rPr>
              <a:t>Update a permitted request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00" b="1">
                <a:solidFill>
                  <a:srgbClr val="5D6D63"/>
                </a:solidFill>
                <a:latin typeface="Aptos"/>
              </a:defRPr>
            </a:pPr>
            <a:r>
              <a:t>FOODBRIDGE  •  FOOD DONATION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900" b="1">
                <a:solidFill>
                  <a:srgbClr val="307D5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000" b="1">
                <a:solidFill>
                  <a:srgbClr val="BBDC97"/>
                </a:solidFill>
                <a:latin typeface="Aptos"/>
              </a:defRPr>
            </a:pPr>
            <a:r>
              <a:t>07  /  FOODBRIDGE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From surplus to social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BBDC97"/>
                </a:solidFill>
                <a:latin typeface="Aptos"/>
              </a:defRPr>
            </a:pPr>
            <a:r>
              <a:t>Example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2377440" cy="1234440"/>
          </a:xfrm>
          <a:prstGeom prst="round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2194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035808"/>
            <a:ext cx="215798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meal packets listed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377440"/>
            <a:ext cx="2377440" cy="1234440"/>
          </a:xfrm>
          <a:prstGeom prst="round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542032"/>
            <a:ext cx="2194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3035808"/>
            <a:ext cx="215798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requested by an 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377440"/>
            <a:ext cx="2377440" cy="1234440"/>
          </a:xfrm>
          <a:prstGeom prst="roundRect">
            <a:avLst/>
          </a:prstGeom>
          <a:solidFill>
            <a:srgbClr val="30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2542032"/>
            <a:ext cx="2194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035808"/>
            <a:ext cx="215798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verified pickup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377440"/>
            <a:ext cx="2377440" cy="1234440"/>
          </a:xfrm>
          <a:prstGeom prst="roundRect">
            <a:avLst/>
          </a:prstGeom>
          <a:solidFill>
            <a:srgbClr val="48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2542032"/>
            <a:ext cx="2194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7" y="3035808"/>
            <a:ext cx="2157984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meals recorded as redistributed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500" b="1">
                <a:solidFill>
                  <a:srgbClr val="DEEBDF"/>
                </a:solidFill>
                <a:latin typeface="Aptos"/>
              </a:defRPr>
            </a:pPr>
            <a:r>
              <a:t>Measure real completed donations—not just listings or requests.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BBDC9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42416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Less avoidable waste  •  Better NGO coordination  •  Greater transparency  •  Accountable pickup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300" b="1">
                <a:solidFill>
                  <a:srgbClr val="BBDC97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669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Kota pranitha Kota</cp:lastModifiedBy>
  <cp:revision>2</cp:revision>
  <dcterms:created xsi:type="dcterms:W3CDTF">2013-01-27T09:14:16Z</dcterms:created>
  <dcterms:modified xsi:type="dcterms:W3CDTF">2026-10-10T04:59:42Z</dcterms:modified>
  <cp:category/>
</cp:coreProperties>
</file>